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A7A6E">
              <a:alpha val="20000"/>
            </a:srgbClr>
          </a:solidFill>
          <a:ln w="12700">
            <a:solidFill>
              <a:srgbClr val="1A7A6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23A99A">
              <a:alpha val="25000"/>
            </a:srgbClr>
          </a:solidFill>
          <a:ln w="12700">
            <a:solidFill>
              <a:srgbClr val="23A99A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5216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 Recommendation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3A9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DBMS-backed personalised engine using SQL &amp; PL/SQL on Oracle Database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114800" cy="274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Jain (1024170400)  ·  Sangam Sangwan (1024170388)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2Q34  |  UCS310 DBMS  |  Ms. Gayatri Saxena  |  TIET Patiala  |  2024–25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solidFill>
            <a:srgbClr val="C84B4B"/>
          </a:solidFill>
          <a:ln w="12700">
            <a:solidFill>
              <a:srgbClr val="C8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sport selection is inconsistent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conditions often ignored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weight limits not enforced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 storage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may get different advice each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normalised ER model (3NF)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DDL with CHECK constraints &amp; FK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 via SQL 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full PL/SQL: procedure, function, trigger, cursor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COMMIT / SAVEPOINT / ROLLBACK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analytics: GROUP BY, HAVING, subqueries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— 5 Normalised Tables (3NF)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0934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1609344" cy="3840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069848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42646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PK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65376" y="1051560"/>
            <a:ext cx="160934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65376" y="1051560"/>
            <a:ext cx="1609344" cy="384048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069848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PHYSICAL_TRAITS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56816" y="1481328"/>
            <a:ext cx="142646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trait_id PK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stamina_level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flexibility_level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1051560"/>
            <a:ext cx="160934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1051560"/>
            <a:ext cx="1609344" cy="384048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1069848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1481328"/>
            <a:ext cx="142646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lifestyle_id PK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activity_level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free_time_hours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health_issue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0368" y="1051560"/>
            <a:ext cx="160934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0368" y="1051560"/>
            <a:ext cx="1609344" cy="384048"/>
          </a:xfrm>
          <a:prstGeom prst="rect">
            <a:avLst/>
          </a:prstGeom>
          <a:solidFill>
            <a:srgbClr val="9B5EA2"/>
          </a:solidFill>
          <a:ln w="12700">
            <a:solidFill>
              <a:srgbClr val="9B5E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069848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21808" y="1481328"/>
            <a:ext cx="142646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interest_id PK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prefers_indoor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prefers_team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12864" y="1051560"/>
            <a:ext cx="160934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12864" y="1051560"/>
            <a:ext cx="1609344" cy="384048"/>
          </a:xfrm>
          <a:prstGeom prst="rect">
            <a:avLst/>
          </a:prstGeom>
          <a:solidFill>
            <a:srgbClr val="2D9E6A"/>
          </a:solidFill>
          <a:ln w="12700">
            <a:solidFill>
              <a:srgbClr val="2D9E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069848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04304" y="1481328"/>
            <a:ext cx="142646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sport_id PK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sport_name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sport_type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required_stamina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is_team_sport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min/max_weight_kg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min_age/max_age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low_impact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link to USERS via user_id (FK) · SPORTS is standalone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Logic — 7 Matching Criteria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2529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 ∈ [min_weight_kg, max_kg_weight]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8541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12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865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∈ [min_age, max_age]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4553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467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free_time_hours ≥ min_time_required_hrs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593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10565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💪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Stamina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06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get_stamina_score(user) ≥ get_stamina_score(sport)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7899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2529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1152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426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prefers_team = is_team_sport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03911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8541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2112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pref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3865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'Yes' → Indoor  ·  'No' → Outdoor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923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4553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3072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3467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health_issue ≠ 'None'  →  low_impact = 'Yes' only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criteria are encoded in a single SQL VIEW: sport_recommendation_view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Features Implemented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" cy="11430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44168"/>
            <a:ext cx="530352" cy="502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get_stamina_score()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Low/Medium/High to 1/2/3 - keeps stamina comparisons DRY across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91440" cy="1143000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344168"/>
            <a:ext cx="530352" cy="502920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124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13898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trg_validate_user_age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627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INSERT/UPDATE on USERS - raises ORA-20001 if age is outside 5-100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50008"/>
            <a:ext cx="91440" cy="1143000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42616"/>
            <a:ext cx="530352" cy="502920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42616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423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(Implicit)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268833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recommend_sports_for_user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implicit FOR cursor over the VIEW; prints fallback if no sport matches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50008"/>
            <a:ext cx="91440" cy="1143000"/>
          </a:xfrm>
          <a:prstGeom prst="rect">
            <a:avLst/>
          </a:prstGeom>
          <a:solidFill>
            <a:srgbClr val="9B5EA2"/>
          </a:solidFill>
          <a:ln w="12700">
            <a:solidFill>
              <a:srgbClr val="9B5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642616"/>
            <a:ext cx="530352" cy="502920"/>
          </a:xfrm>
          <a:prstGeom prst="rect">
            <a:avLst/>
          </a:prstGeom>
          <a:solidFill>
            <a:srgbClr val="9B5EA2"/>
          </a:solidFill>
          <a:ln w="12700">
            <a:solidFill>
              <a:srgbClr val="9B5E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642616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2423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(Explicit)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268833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recommend_sports_explicit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OPEN/FETCH/CLOSE lifecycle with NO_DATA_FOUND &amp; OTHERS exception handlers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48456"/>
            <a:ext cx="91440" cy="1143000"/>
          </a:xfrm>
          <a:prstGeom prst="rect">
            <a:avLst/>
          </a:prstGeom>
          <a:solidFill>
            <a:srgbClr val="C84B4B"/>
          </a:solidFill>
          <a:ln w="12700">
            <a:solidFill>
              <a:srgbClr val="C84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941064"/>
            <a:ext cx="530352" cy="502920"/>
          </a:xfrm>
          <a:prstGeom prst="rect">
            <a:avLst/>
          </a:prstGeom>
          <a:solidFill>
            <a:srgbClr val="C84B4B"/>
          </a:solidFill>
          <a:ln w="12700">
            <a:solidFill>
              <a:srgbClr val="C84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4106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7216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39867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/ ROLLBACK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224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rollback of a test INSERT without affecting production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48456"/>
            <a:ext cx="91440" cy="1143000"/>
          </a:xfrm>
          <a:prstGeom prst="rect">
            <a:avLst/>
          </a:prstGeom>
          <a:solidFill>
            <a:srgbClr val="2D9E6A"/>
          </a:solidFill>
          <a:ln w="12700">
            <a:solidFill>
              <a:srgbClr val="2D9E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3941064"/>
            <a:ext cx="530352" cy="502920"/>
          </a:xfrm>
          <a:prstGeom prst="rect">
            <a:avLst/>
          </a:prstGeom>
          <a:solidFill>
            <a:srgbClr val="2D9E6A"/>
          </a:solidFill>
          <a:ln w="12700">
            <a:solidFill>
              <a:srgbClr val="2D9E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4106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7216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77840" y="39867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Advanced Queries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77840" y="4224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HAVING, correlated subqueries, aggregate functions, DML coverage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Users &amp; Recommendation Output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Sports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Aarav Sharma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19M · High stamina · Outdoor, 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Football, Volleyball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Diya Verma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20F · Medium stamina · Indoor, Solo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Badminton, Swimming, Table Tennis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Kabir Mehta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21M · High stamina · Knee Pain · Outdoor, 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4B4B"/>
                          </a:solidFill>
                        </a:rPr>
                        <a:t>No match (no outdoor low-impact team sport)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Ananya Gupta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18F · Low stamina · Asthma · Indoor, Solo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Table Tennis, Yoga, Swimming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Rohan Singh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22M · Medium stamina · Outdoor, Solo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Cycling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Priya Nair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9"/>
                          </a:solidFill>
                        </a:rPr>
                        <a:t>17F · 0.5 hrs free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4B4B"/>
                          </a:solidFill>
                        </a:rPr>
                        <a:t>No match (below min session time for all sports)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6 (Priya Nair) deliberately tests the 'No sports matched' fallback branch of the stored procedure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07008"/>
            <a:ext cx="530352" cy="53035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@01_schema.sql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5 normalised tables with constraints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207008"/>
            <a:ext cx="530352" cy="53035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@02_data.sql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58968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6 sample users and 8 sports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624328"/>
            <a:ext cx="530352" cy="53035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24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+ Procedure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880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@03_recommendation.sql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recommendation view and implicit cursor procedure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624328"/>
            <a:ext cx="530352" cy="53035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624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PL/SQL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8968" y="2880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@04_advanced.sql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trigger, explicit cursor, analytics queries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8595360" cy="960120"/>
          </a:xfrm>
          <a:prstGeom prst="rect">
            <a:avLst/>
          </a:prstGeom>
          <a:solidFill>
            <a:srgbClr val="1C2B39"/>
          </a:solidFill>
          <a:ln w="12700">
            <a:solidFill>
              <a:srgbClr val="1C2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59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all 4 files: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SERVEROUTPUT 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recommend_sports_for_user(1);   -- implicit cursor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recommend_sports_explicit(2);   -- explicit cursor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A7A6E">
              <a:alpha val="20000"/>
            </a:srgbClr>
          </a:solidFill>
          <a:ln w="12700">
            <a:solidFill>
              <a:srgbClr val="1A7A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3A99A">
              <a:alpha val="20000"/>
            </a:srgbClr>
          </a:solidFill>
          <a:ln w="12700">
            <a:solidFill>
              <a:srgbClr val="23A99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3200400" cy="36576"/>
          </a:xfrm>
          <a:prstGeom prst="rect">
            <a:avLst/>
          </a:prstGeom>
          <a:solidFill>
            <a:srgbClr val="23A99A"/>
          </a:solidFill>
          <a:ln w="12700">
            <a:solidFill>
              <a:srgbClr val="23A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09728" cy="502920"/>
          </a:xfrm>
          <a:prstGeom prst="rect">
            <a:avLst/>
          </a:prstGeom>
          <a:solidFill>
            <a:srgbClr val="23A99A"/>
          </a:solidFill>
          <a:ln w="12700">
            <a:solidFill>
              <a:srgbClr val="23A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63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7-criteria recommendation logic fully encoded in a single SQL 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09728" cy="502920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6771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complete PL/SQL spectrum: function, trigger, both cursor types, exception handling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72384"/>
            <a:ext cx="109728" cy="502920"/>
          </a:xfrm>
          <a:prstGeom prst="rect">
            <a:avLst/>
          </a:prstGeom>
          <a:solidFill>
            <a:srgbClr val="7EC8BE"/>
          </a:solidFill>
          <a:ln w="12700">
            <a:solidFill>
              <a:srgbClr val="7EC8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7238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to 3NF with CHECK constraints enforcing data integrity at the DB level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77056"/>
            <a:ext cx="109728" cy="50292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7705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explicitly tested — Priya Nair (0.5 hrs) validates the fallback branch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Jain · Sangam Sangwan  |  UCS310 DBMS  |  TIET Patiala  |  2024–25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Recommendation System</dc:title>
  <dc:subject>PptxGenJS Presentation</dc:subject>
  <dc:creator>Samyak Jain &amp; Sangam Sangwan</dc:creator>
  <cp:lastModifiedBy>Samyak Jain &amp; Sangam Sangwan</cp:lastModifiedBy>
  <cp:revision>1</cp:revision>
  <dcterms:created xsi:type="dcterms:W3CDTF">2026-05-02T06:28:13Z</dcterms:created>
  <dcterms:modified xsi:type="dcterms:W3CDTF">2026-05-02T06:28:13Z</dcterms:modified>
</cp:coreProperties>
</file>